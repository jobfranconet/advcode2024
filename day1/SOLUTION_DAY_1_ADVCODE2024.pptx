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6C8AB-1465-40DF-B68E-73279D7BD71A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6AABA-7718-43BF-85F9-1A85A65E88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265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a6201ac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260" y="1143000"/>
            <a:ext cx="54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a6201ac6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3aa6201ac6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a6201ac6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260" y="1143000"/>
            <a:ext cx="54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a6201ac61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3aa6201ac61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c9e9082d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260" y="1143000"/>
            <a:ext cx="54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c9e9082d3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3ac9e9082d3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c9e796f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260" y="1143000"/>
            <a:ext cx="54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c9e796f7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ac9e796f7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d6459f57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260" y="1143000"/>
            <a:ext cx="54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d6459f57e_1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ad6459f57e_1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a6201ac6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260" y="1143000"/>
            <a:ext cx="54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a6201ac61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g3aa6201ac61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c9e796f7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260" y="1143000"/>
            <a:ext cx="54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c9e796f79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3ac9e796f79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d6459f57e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260" y="1143000"/>
            <a:ext cx="54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ad6459f57e_1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3ad6459f57e_1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d6459f57e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260" y="1143000"/>
            <a:ext cx="54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d6459f57e_1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g3ad6459f57e_1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d6459f57e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260" y="1143000"/>
            <a:ext cx="54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ad6459f57e_1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g3ad6459f57e_1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a6201ac6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260" y="1143000"/>
            <a:ext cx="54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a6201ac61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3aa6201ac61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CFB1B2-40D0-17A2-D803-A4506502B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149B07C-91D2-B49C-1639-4C50A9984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C263B5-5CA4-0587-D4D6-509E896DF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65110E-68B0-288E-2E6E-5C298EC6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60B0ED-D485-9986-DD32-2D93DFD1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809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4A74B8-5172-0482-D46A-7C5F1900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E230C6-8BE3-4749-BD25-68891BFC5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7C4B45C-2764-0330-21DB-804FA0152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616A1BB-740C-410E-E4CE-BB3AB48E6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241CF5-E508-8120-040A-84369B4AD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823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0FD570-F39E-6811-5F39-76EEAAEA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2C5CE6-DF5A-7D82-4CA2-F27A12A0E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F9569A-377C-5691-1628-AAD134A4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74CBDA-A2D8-1E6E-28EB-E33EB5AC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78959E-212F-D320-24C0-402BA5DAA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6678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A184F1-138B-455B-48C2-8ED6D0AC6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892F70-554F-458B-8FA8-3EF482D2B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8707565-9F59-41FF-D3E1-E1754292C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CE88BD5-F0D2-791C-1A35-5DCAD72B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5F4E423-0EE4-28C2-1EAD-7EDFE29F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86D0EF5-54E0-A4CF-B776-D4BC8610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1030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F37C71-F99C-738A-EC3C-E445D1FFB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11831ED-9EBB-5522-5415-E2588EC3D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B71BD5E-31D5-1782-54A3-9DB9DA0E5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413FD17-4E6A-592C-020C-B726AF3C1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F76D670-0CB0-6464-E83E-C7EBCDEE4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A4D3856-4B50-2413-5650-15B002CA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E62680C-FF26-B05A-1D8F-46B32AC8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0EAF4F8-3983-C7A8-F234-803286E7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1408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A0997F-1E0D-EFCF-9303-0E9F83F0F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4B8B2BE-2CA6-34D7-585F-1522CBEF0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5ECDC64-2F9D-BF18-A9B8-F5E86F0BE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207E223-679B-D5E6-3B9E-434AC569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181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3AAD436-65B1-BD25-D6C9-C20F47D3C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09E7686-C17B-14CD-55A1-0D4EC4E05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72C5BF-61D0-C0F8-A767-78029351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6083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589995-B946-A52C-963E-E008FD7D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E0FFA2-0274-FAD0-BC9A-B234A3CCC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0573962-4EC7-8F0D-B56C-2107B3F73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97C12B-2C97-C8D9-E513-4B685ED12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28048FD-5B47-1353-9EB0-E2E02779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E120F1D-2F33-994F-B9FB-AE3E78DE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7069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CA5047-1353-FDBC-DF14-1F0441AD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387FDFA-E6D2-5EBE-C739-FCA39AB63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5CEDDB2-4587-969F-43D5-519FD0C22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52939DD-10A4-17A9-E7EE-CE540D72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16A36E-B8D7-B040-4FCE-825D3DAC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DF7D2C1-55D7-C6BB-B8D3-DD5CE193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542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92468F-C49A-AD50-1D88-7B46E106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619ECFE-C35C-42B2-89A8-581BF20CB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1DC100-5F3F-D785-577C-443317D5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45884A-44DB-0729-29BE-BCE0E338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569126-C142-E805-2605-6018E63E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7389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C8459EB-AA6E-9538-5702-3A01B3696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D5A12B0-C426-00D6-AB44-9B94479DB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B54192-8B7F-9812-63D2-E6DD09AE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8E9232-78DC-D7B9-4537-295F8AA5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3E67E0-35BB-1E98-6F10-BCF40418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3209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E16E7B-2594-D168-4DC3-B38F9FBD5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239F60E-F096-CE25-432C-5E0BD5763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15725F-6532-E463-92B1-A93961FEE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85592-D5A0-49CA-BA45-587AE439075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91710F-84F2-8958-6342-5947BB5F7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94C4AA5-7111-EC4D-16EF-A3B233036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51CBB-A411-4B82-A252-5B2E61DA22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5642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20;g3aa6201ac61_0_0">
            <a:extLst>
              <a:ext uri="{FF2B5EF4-FFF2-40B4-BE49-F238E27FC236}">
                <a16:creationId xmlns:a16="http://schemas.microsoft.com/office/drawing/2014/main" id="{F77DC07D-459A-2F3E-F912-CF4DEF3A263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1654" y="1723280"/>
            <a:ext cx="11785601" cy="121041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ED61E2F-FB52-1DDA-2A60-EB322C686A7F}"/>
              </a:ext>
            </a:extLst>
          </p:cNvPr>
          <p:cNvSpPr txBox="1"/>
          <p:nvPr/>
        </p:nvSpPr>
        <p:spPr>
          <a:xfrm>
            <a:off x="773574" y="3667760"/>
            <a:ext cx="110334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/>
              <a:t>ADVENT OF CODE 2024 – DAY 1 </a:t>
            </a:r>
          </a:p>
          <a:p>
            <a:r>
              <a:rPr lang="it-IT" sz="3200" dirty="0"/>
              <a:t> SOLUTION COME SERVIZIO REALIZZATO CON FASTAPI E UVICORN</a:t>
            </a:r>
          </a:p>
          <a:p>
            <a:r>
              <a:rPr lang="it-IT" sz="3200" dirty="0"/>
              <a:t>SPALLUZZI FRANCESCO MEMBRO COMMUNITY PYTHON PESCARA</a:t>
            </a:r>
          </a:p>
        </p:txBody>
      </p:sp>
    </p:spTree>
    <p:extLst>
      <p:ext uri="{BB962C8B-B14F-4D97-AF65-F5344CB8AC3E}">
        <p14:creationId xmlns:p14="http://schemas.microsoft.com/office/powerpoint/2010/main" val="1926684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g3aa6201ac6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4" y="219600"/>
            <a:ext cx="11785601" cy="121041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aa6201ac61_0_0"/>
          <p:cNvSpPr txBox="1"/>
          <p:nvPr/>
        </p:nvSpPr>
        <p:spPr>
          <a:xfrm>
            <a:off x="1022700" y="2012567"/>
            <a:ext cx="94504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aa6201ac61_0_0"/>
          <p:cNvSpPr txBox="1"/>
          <p:nvPr/>
        </p:nvSpPr>
        <p:spPr>
          <a:xfrm>
            <a:off x="2121933" y="1553167"/>
            <a:ext cx="9450400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generalizzato: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100"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100"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due liste si dovrà implementare i casi di matching tra due insiemi: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100"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100"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Parte 1 - Calcolo della distanza minima totale tra due liste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Parte 2 - La similarità pesata tra due liste (accoppiamento di valori uguali contando tutte le combinazioni oppure prodotto delle frequenze)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100"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100"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g3aa6201ac6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2667" y="4714700"/>
            <a:ext cx="7543800" cy="1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g3aa6201ac61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4" y="219600"/>
            <a:ext cx="11785601" cy="1210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3aa6201ac61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0551" y="1967647"/>
            <a:ext cx="8105552" cy="502158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aa6201ac61_0_6"/>
          <p:cNvSpPr txBox="1"/>
          <p:nvPr/>
        </p:nvSpPr>
        <p:spPr>
          <a:xfrm>
            <a:off x="3336033" y="1064833"/>
            <a:ext cx="7820400" cy="902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it-IT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Parte 1 - Step algoritmici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g3ac9e9082d3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4" y="219600"/>
            <a:ext cx="11785601" cy="1210413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ac9e9082d3_0_11"/>
          <p:cNvSpPr txBox="1"/>
          <p:nvPr/>
        </p:nvSpPr>
        <p:spPr>
          <a:xfrm>
            <a:off x="2728967" y="1206034"/>
            <a:ext cx="78204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it-IT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Parte 2 - Step algoritmici - La similarità pesata tra due liste 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ac9e9082d3_0_11"/>
          <p:cNvSpPr txBox="1"/>
          <p:nvPr/>
        </p:nvSpPr>
        <p:spPr>
          <a:xfrm>
            <a:off x="2477400" y="2330401"/>
            <a:ext cx="9094800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it-IT" sz="2400"/>
              <a:t># Parte 2: somma pesata per coincidenze</a:t>
            </a:r>
            <a:endParaRPr sz="2400"/>
          </a:p>
          <a:p>
            <a:r>
              <a:rPr lang="it-IT" sz="2400"/>
              <a:t>    freq_right = Counter(right)</a:t>
            </a:r>
            <a:endParaRPr sz="2400"/>
          </a:p>
          <a:p>
            <a:r>
              <a:rPr lang="it-IT" sz="2400"/>
              <a:t>    total_similarity = sum(x * freq_right.get(x, 0) for x in left)</a:t>
            </a:r>
            <a:endParaRPr sz="2400"/>
          </a:p>
        </p:txBody>
      </p:sp>
      <p:sp>
        <p:nvSpPr>
          <p:cNvPr id="340" name="Google Shape;340;g3ac9e9082d3_0_11"/>
          <p:cNvSpPr txBox="1"/>
          <p:nvPr/>
        </p:nvSpPr>
        <p:spPr>
          <a:xfrm>
            <a:off x="2299600" y="3947568"/>
            <a:ext cx="94504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utilizza la funzione Counter del package Collections per ottenere la frequenza di quante volte è ripetuto ogni singolo valore ordinato della lista di destra. Poi si sommano ogni valore della lista di sinistra per la frequenza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ac9e796f7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4" y="219600"/>
            <a:ext cx="11785601" cy="1210413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ac9e796f79_0_0"/>
          <p:cNvSpPr txBox="1"/>
          <p:nvPr/>
        </p:nvSpPr>
        <p:spPr>
          <a:xfrm>
            <a:off x="1531267" y="1618800"/>
            <a:ext cx="9450400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procede a realizzare un servizio che calcola la distanza totale tra due liste in ingresso e per questo nell’ambiente virtuale creato con il modulo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-m venv myService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procede successivamente a installare una volta attivato l’ambiente virtuale attivato: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it-IT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 install fastapi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successivamente alla fine </a:t>
            </a:r>
            <a:r>
              <a:rPr lang="it-IT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 install uvicorn[standard]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g3ad6459f57e_1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4" y="219600"/>
            <a:ext cx="11785601" cy="1210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g3ad6459f57e_1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7501" y="1551181"/>
            <a:ext cx="7708900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3aa6201ac61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4" y="219600"/>
            <a:ext cx="11785601" cy="1210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aa6201ac61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34" y="5248417"/>
            <a:ext cx="12191999" cy="914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3aa6201ac61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7834" y="1272247"/>
            <a:ext cx="5000772" cy="3625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g3ac9e796f79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4" y="219600"/>
            <a:ext cx="11785601" cy="121041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3ac9e796f79_0_6"/>
          <p:cNvSpPr txBox="1"/>
          <p:nvPr/>
        </p:nvSpPr>
        <p:spPr>
          <a:xfrm>
            <a:off x="694567" y="1700801"/>
            <a:ext cx="9450400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terminale abbiamo: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g3ac9e796f79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34" y="2571267"/>
            <a:ext cx="11785596" cy="151838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ac9e796f79_0_6"/>
          <p:cNvSpPr txBox="1"/>
          <p:nvPr/>
        </p:nvSpPr>
        <p:spPr>
          <a:xfrm>
            <a:off x="694567" y="4539201"/>
            <a:ext cx="11497600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uvicorn permette di gestire un server ASGI </a:t>
            </a:r>
            <a:r>
              <a:rPr lang="it-IT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(Asynchronous Server Gateway Interface). In altre parole permette di supportare richieste asincrone - WebSocket - long-running connections - servizi altamente concorrenziali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g3ad6459f57e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4" y="219600"/>
            <a:ext cx="11785601" cy="1210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ad6459f57e_1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834" y="1430013"/>
            <a:ext cx="7604529" cy="5021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g3ad6459f57e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4" y="219600"/>
            <a:ext cx="11785601" cy="1210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ad6459f57e_1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567" y="1567580"/>
            <a:ext cx="11785599" cy="39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ad6459f57e_1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952" y="2199137"/>
            <a:ext cx="11516753" cy="4492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g3ad6459f57e_1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4" y="219600"/>
            <a:ext cx="11785601" cy="1210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ad6459f57e_1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233" y="1780914"/>
            <a:ext cx="11785603" cy="525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ad6459f57e_1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234" y="2575219"/>
            <a:ext cx="11785597" cy="132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3ad6459f57e_1_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0233" y="4007575"/>
            <a:ext cx="6493523" cy="255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g3aa6201ac61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4" y="219600"/>
            <a:ext cx="11785601" cy="1210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aa6201ac61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267" y="1534769"/>
            <a:ext cx="4658667" cy="40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aa6201ac61_0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4734" y="1828629"/>
            <a:ext cx="6726868" cy="2448664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aa6201ac61_0_26"/>
          <p:cNvSpPr txBox="1"/>
          <p:nvPr/>
        </p:nvSpPr>
        <p:spPr>
          <a:xfrm>
            <a:off x="5791567" y="4675901"/>
            <a:ext cx="5912000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it-IT" sz="2400"/>
              <a:t>La prima colonna diventa left = [3, 4, 2, 1, 3, 3]</a:t>
            </a:r>
            <a:endParaRPr sz="2400"/>
          </a:p>
          <a:p>
            <a:endParaRPr sz="2400"/>
          </a:p>
          <a:p>
            <a:r>
              <a:rPr lang="it-IT" sz="2400"/>
              <a:t>La seconda colonna diventa right = [4, 3, 5, 3, 9, 3]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309</Words>
  <Application>Microsoft Office PowerPoint</Application>
  <PresentationFormat>Widescreen</PresentationFormat>
  <Paragraphs>42</Paragraphs>
  <Slides>12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Francesco Spalluzzi</dc:creator>
  <cp:lastModifiedBy>Francesco Spalluzzi</cp:lastModifiedBy>
  <cp:revision>1</cp:revision>
  <dcterms:created xsi:type="dcterms:W3CDTF">2025-12-04T20:42:05Z</dcterms:created>
  <dcterms:modified xsi:type="dcterms:W3CDTF">2025-12-04T20:44:51Z</dcterms:modified>
</cp:coreProperties>
</file>